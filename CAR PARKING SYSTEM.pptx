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5EE4AAC-C714-4E06-9765-60082CDC7F73}">
          <p14:sldIdLst>
            <p14:sldId id="256"/>
          </p14:sldIdLst>
        </p14:section>
        <p14:section name="Untitled Section" id="{A8A0BB8B-AF6D-4EE9-AC82-11B32024B226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736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319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319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117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61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067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423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039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642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044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47494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0907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96138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7576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061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A4061-38BA-495F-8430-4221B42B10AF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171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A4061-38BA-495F-8430-4221B42B10AF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6B2B484-0EF7-4970-9410-FD95B916A2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053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73321-9489-73B2-82AB-8709894C67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-609600"/>
            <a:ext cx="8915399" cy="2262781"/>
          </a:xfrm>
        </p:spPr>
        <p:txBody>
          <a:bodyPr/>
          <a:lstStyle/>
          <a:p>
            <a:pPr algn="ctr"/>
            <a:r>
              <a:rPr lang="en-US" b="1" u="sng" dirty="0">
                <a:latin typeface="Arial Black" panose="020B0A04020102020204" pitchFamily="34" charset="0"/>
              </a:rPr>
              <a:t>CAR PARKING SYSTEM</a:t>
            </a:r>
            <a:endParaRPr lang="en-IN" b="1" u="sng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569CF5-76C4-1E46-E358-A67951EA14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72597" y="2171829"/>
            <a:ext cx="8915399" cy="3403061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Arial Black" panose="020B0A04020102020204" pitchFamily="34" charset="0"/>
              </a:rPr>
              <a:t>Project By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Ayush Aggarwal</a:t>
            </a:r>
          </a:p>
          <a:p>
            <a:pPr algn="ctr"/>
            <a:r>
              <a:rPr lang="en-US" sz="36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Course 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B.Tech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CSE (AIML)</a:t>
            </a:r>
          </a:p>
          <a:p>
            <a:pPr algn="ctr"/>
            <a:r>
              <a:rPr lang="en-US" sz="36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College 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Greater Noida College</a:t>
            </a:r>
            <a:endParaRPr lang="en-IN" sz="4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65674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4C826-E9C0-2C43-6F59-B37825052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4331" y="639964"/>
            <a:ext cx="3503076" cy="1194858"/>
          </a:xfrm>
        </p:spPr>
        <p:txBody>
          <a:bodyPr>
            <a:normAutofit/>
          </a:bodyPr>
          <a:lstStyle/>
          <a:p>
            <a:r>
              <a:rPr lang="en-US" u="sng" dirty="0">
                <a:latin typeface="Arial Black" panose="020B0A04020102020204" pitchFamily="34" charset="0"/>
              </a:rPr>
              <a:t>Introduction</a:t>
            </a:r>
            <a:endParaRPr lang="en-IN" u="sng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04A113-E233-6438-B590-209DDAA5D4BF}"/>
              </a:ext>
            </a:extLst>
          </p:cNvPr>
          <p:cNvSpPr txBox="1"/>
          <p:nvPr/>
        </p:nvSpPr>
        <p:spPr>
          <a:xfrm>
            <a:off x="1924331" y="1540305"/>
            <a:ext cx="8917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Car Parking System is a simple menu-driven application developed in C programming. It helps manage parking spaces by allowing users to park cars, remove cars, and check the current parking status.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0FEC4C-94F1-29A2-0BD5-69A3CA4AEBF6}"/>
              </a:ext>
            </a:extLst>
          </p:cNvPr>
          <p:cNvSpPr txBox="1"/>
          <p:nvPr/>
        </p:nvSpPr>
        <p:spPr>
          <a:xfrm>
            <a:off x="1924331" y="2875270"/>
            <a:ext cx="62139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u="sng" dirty="0">
                <a:latin typeface="Arial Black" panose="020B0A04020102020204" pitchFamily="34" charset="0"/>
              </a:rPr>
              <a:t>Purpose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7277CA-0A9A-048B-15C1-B121D1008544}"/>
              </a:ext>
            </a:extLst>
          </p:cNvPr>
          <p:cNvSpPr txBox="1"/>
          <p:nvPr/>
        </p:nvSpPr>
        <p:spPr>
          <a:xfrm>
            <a:off x="1924331" y="382515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Manage parking spaces efficiently.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Keep track of parked vehicles.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Display available parking spaces.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Reduce manual parking management. </a:t>
            </a:r>
          </a:p>
        </p:txBody>
      </p:sp>
    </p:spTree>
    <p:extLst>
      <p:ext uri="{BB962C8B-B14F-4D97-AF65-F5344CB8AC3E}">
        <p14:creationId xmlns:p14="http://schemas.microsoft.com/office/powerpoint/2010/main" val="1846479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DD561-B261-92F6-5CD4-BBB37E194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512" y="673272"/>
            <a:ext cx="8911687" cy="772070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latin typeface="Arial Black" panose="020B0A04020102020204" pitchFamily="34" charset="0"/>
              </a:rPr>
              <a:t>Project Objectives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59336-78EC-D024-36D4-BD5766800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2799" y="1540189"/>
            <a:ext cx="8915400" cy="3777622"/>
          </a:xfrm>
        </p:spPr>
        <p:txBody>
          <a:bodyPr/>
          <a:lstStyle/>
          <a:p>
            <a:r>
              <a:rPr lang="en-IN" dirty="0"/>
              <a:t>To develop a menu-driven parking management system.</a:t>
            </a:r>
          </a:p>
          <a:p>
            <a:r>
              <a:rPr lang="en-IN" dirty="0"/>
              <a:t> To keep track of occupied parking spaces. </a:t>
            </a:r>
          </a:p>
          <a:p>
            <a:r>
              <a:rPr lang="en-IN" dirty="0"/>
              <a:t>To display available parking spaces. </a:t>
            </a:r>
          </a:p>
          <a:p>
            <a:r>
              <a:rPr lang="en-IN" dirty="0"/>
              <a:t>To prevent parking beyond the maximum capacity. </a:t>
            </a:r>
          </a:p>
          <a:p>
            <a:r>
              <a:rPr lang="en-IN" dirty="0"/>
              <a:t>To improve understanding of C programming concepts.</a:t>
            </a:r>
          </a:p>
        </p:txBody>
      </p:sp>
    </p:spTree>
    <p:extLst>
      <p:ext uri="{BB962C8B-B14F-4D97-AF65-F5344CB8AC3E}">
        <p14:creationId xmlns:p14="http://schemas.microsoft.com/office/powerpoint/2010/main" val="3636661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8F52-A486-7FF6-EB95-7C36DC672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673" y="692935"/>
            <a:ext cx="3660391" cy="634420"/>
          </a:xfrm>
        </p:spPr>
        <p:txBody>
          <a:bodyPr>
            <a:no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76ABB-A2BA-16E3-03F7-3E6424442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1641987"/>
            <a:ext cx="8915400" cy="3777622"/>
          </a:xfrm>
        </p:spPr>
        <p:txBody>
          <a:bodyPr/>
          <a:lstStyle/>
          <a:p>
            <a:r>
              <a:rPr lang="en-IN" dirty="0"/>
              <a:t>Park a Car.</a:t>
            </a:r>
          </a:p>
          <a:p>
            <a:r>
              <a:rPr lang="en-IN" dirty="0"/>
              <a:t> Remove a Car.</a:t>
            </a:r>
          </a:p>
          <a:p>
            <a:r>
              <a:rPr lang="en-IN" dirty="0"/>
              <a:t> Display Parking Status.</a:t>
            </a:r>
          </a:p>
          <a:p>
            <a:r>
              <a:rPr lang="en-IN" dirty="0"/>
              <a:t> Exit the Program.</a:t>
            </a:r>
          </a:p>
          <a:p>
            <a:r>
              <a:rPr lang="en-IN" dirty="0"/>
              <a:t> Handles Invalid Menu Choices.</a:t>
            </a:r>
          </a:p>
          <a:p>
            <a:r>
              <a:rPr lang="en-IN" dirty="0"/>
              <a:t> Simple and User-Friendly</a:t>
            </a:r>
          </a:p>
        </p:txBody>
      </p:sp>
    </p:spTree>
    <p:extLst>
      <p:ext uri="{BB962C8B-B14F-4D97-AF65-F5344CB8AC3E}">
        <p14:creationId xmlns:p14="http://schemas.microsoft.com/office/powerpoint/2010/main" val="3283709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EADDD-680F-5672-00ED-BD1641FE7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5338" y="663440"/>
            <a:ext cx="3355591" cy="801567"/>
          </a:xfrm>
        </p:spPr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36BD3-9AAF-35E4-4726-F479E029F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1540189"/>
            <a:ext cx="8915400" cy="3777622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Start the program.</a:t>
            </a:r>
          </a:p>
          <a:p>
            <a:r>
              <a:rPr lang="en-IN" dirty="0"/>
              <a:t> Enter the total number of parking spaces. </a:t>
            </a:r>
          </a:p>
          <a:p>
            <a:r>
              <a:rPr lang="en-IN" dirty="0"/>
              <a:t>Display the menu. </a:t>
            </a:r>
          </a:p>
          <a:p>
            <a:r>
              <a:rPr lang="en-IN" dirty="0"/>
              <a:t>Read the user's choice. </a:t>
            </a:r>
          </a:p>
          <a:p>
            <a:r>
              <a:rPr lang="en-IN" dirty="0"/>
              <a:t>If the user selects: </a:t>
            </a:r>
          </a:p>
          <a:p>
            <a:pPr marL="0" indent="0">
              <a:buNone/>
            </a:pPr>
            <a:r>
              <a:rPr lang="en-IN" b="1" dirty="0"/>
              <a:t>	1:</a:t>
            </a:r>
            <a:r>
              <a:rPr lang="en-IN" dirty="0"/>
              <a:t> Park a car. </a:t>
            </a:r>
          </a:p>
          <a:p>
            <a:pPr marL="0" indent="0">
              <a:buNone/>
            </a:pPr>
            <a:r>
              <a:rPr lang="en-IN" b="1" dirty="0"/>
              <a:t>	2:</a:t>
            </a:r>
            <a:r>
              <a:rPr lang="en-IN" dirty="0"/>
              <a:t> Remove a car. </a:t>
            </a:r>
          </a:p>
          <a:p>
            <a:pPr marL="0" indent="0">
              <a:buNone/>
            </a:pPr>
            <a:r>
              <a:rPr lang="en-IN" b="1" dirty="0"/>
              <a:t>	3:</a:t>
            </a:r>
            <a:r>
              <a:rPr lang="en-IN" dirty="0"/>
              <a:t> Display parking status. </a:t>
            </a:r>
          </a:p>
          <a:p>
            <a:pPr marL="0" indent="0">
              <a:buNone/>
            </a:pPr>
            <a:r>
              <a:rPr lang="en-IN" b="1" dirty="0"/>
              <a:t>	4:</a:t>
            </a:r>
            <a:r>
              <a:rPr lang="en-IN" dirty="0"/>
              <a:t> Exit the program. </a:t>
            </a:r>
          </a:p>
          <a:p>
            <a:r>
              <a:rPr lang="en-IN" dirty="0"/>
              <a:t>Repeat the menu until the user chooses Exit.</a:t>
            </a:r>
          </a:p>
          <a:p>
            <a:r>
              <a:rPr lang="en-IN" dirty="0"/>
              <a:t> End the program.</a:t>
            </a:r>
          </a:p>
        </p:txBody>
      </p:sp>
    </p:spTree>
    <p:extLst>
      <p:ext uri="{BB962C8B-B14F-4D97-AF65-F5344CB8AC3E}">
        <p14:creationId xmlns:p14="http://schemas.microsoft.com/office/powerpoint/2010/main" val="3798331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665BB-F2BD-0BD6-5DCC-4E054B528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002" y="692936"/>
            <a:ext cx="4948417" cy="644251"/>
          </a:xfrm>
        </p:spPr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Code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98177-2AFF-33E0-A88D-BF451F329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1540189"/>
            <a:ext cx="9639300" cy="3777622"/>
          </a:xfrm>
        </p:spPr>
        <p:txBody>
          <a:bodyPr/>
          <a:lstStyle/>
          <a:p>
            <a:r>
              <a:rPr lang="en-IN" b="1" dirty="0"/>
              <a:t>Main Variables</a:t>
            </a:r>
          </a:p>
          <a:p>
            <a:pPr marL="0" indent="0">
              <a:buNone/>
            </a:pPr>
            <a:r>
              <a:rPr lang="en-IN" dirty="0"/>
              <a:t>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46F082-226F-E7D7-CA13-CA8C4A78C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175" y="1985843"/>
            <a:ext cx="3083245" cy="708196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A58739-57E4-967A-2E62-AE24C69A4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584136"/>
              </p:ext>
            </p:extLst>
          </p:nvPr>
        </p:nvGraphicFramePr>
        <p:xfrm>
          <a:off x="1756287" y="2897041"/>
          <a:ext cx="8915400" cy="2286000"/>
        </p:xfrm>
        <a:graphic>
          <a:graphicData uri="http://schemas.openxmlformats.org/drawingml/2006/table">
            <a:tbl>
              <a:tblPr/>
              <a:tblGrid>
                <a:gridCol w="4457700">
                  <a:extLst>
                    <a:ext uri="{9D8B030D-6E8A-4147-A177-3AD203B41FA5}">
                      <a16:colId xmlns:a16="http://schemas.microsoft.com/office/drawing/2014/main" val="3476550385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9104582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792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totalSpace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Stores the total number of parking spaces.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887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occupied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Keeps track of the number of parked cars.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04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choice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Stores the user's selected menu option.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5585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5767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B11D8-3A7E-C276-BBA3-F77769D28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5505" y="624652"/>
            <a:ext cx="8911687" cy="644251"/>
          </a:xfrm>
        </p:spPr>
        <p:txBody>
          <a:bodyPr>
            <a:norm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Key Programming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E958A-200D-874A-CD57-CFC241405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1632155"/>
            <a:ext cx="8915400" cy="3777622"/>
          </a:xfrm>
        </p:spPr>
        <p:txBody>
          <a:bodyPr/>
          <a:lstStyle/>
          <a:p>
            <a:r>
              <a:rPr lang="en-IN" b="1" dirty="0"/>
              <a:t>while(1) </a:t>
            </a:r>
            <a:r>
              <a:rPr lang="en-IN" dirty="0"/>
              <a:t>→ Displays the menu repeatedly. </a:t>
            </a:r>
          </a:p>
          <a:p>
            <a:r>
              <a:rPr lang="en-IN" b="1" dirty="0"/>
              <a:t>switch-case</a:t>
            </a:r>
            <a:r>
              <a:rPr lang="en-IN" dirty="0"/>
              <a:t> → Handles the user's menu selection. </a:t>
            </a:r>
          </a:p>
          <a:p>
            <a:r>
              <a:rPr lang="en-IN" b="1" dirty="0"/>
              <a:t>if-else</a:t>
            </a:r>
            <a:r>
              <a:rPr lang="en-IN" dirty="0"/>
              <a:t> → Checks parking availability. </a:t>
            </a:r>
          </a:p>
          <a:p>
            <a:r>
              <a:rPr lang="en-IN" b="1" dirty="0"/>
              <a:t>occupied++ </a:t>
            </a:r>
            <a:r>
              <a:rPr lang="en-IN" dirty="0"/>
              <a:t>→ Increases the number of parked cars.</a:t>
            </a:r>
          </a:p>
          <a:p>
            <a:r>
              <a:rPr lang="en-IN" b="1" dirty="0"/>
              <a:t>occupied--</a:t>
            </a:r>
            <a:r>
              <a:rPr lang="en-IN" dirty="0"/>
              <a:t> → Decreases the number of parked cars.</a:t>
            </a:r>
          </a:p>
        </p:txBody>
      </p:sp>
    </p:spTree>
    <p:extLst>
      <p:ext uri="{BB962C8B-B14F-4D97-AF65-F5344CB8AC3E}">
        <p14:creationId xmlns:p14="http://schemas.microsoft.com/office/powerpoint/2010/main" val="2094664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D2C1F-4EF3-4A61-8B41-9081EB246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848" y="663439"/>
            <a:ext cx="8911687" cy="1280890"/>
          </a:xfrm>
        </p:spPr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Sample Output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0410A3-98EA-4550-68AF-4E883C720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848" y="1476113"/>
            <a:ext cx="7125317" cy="463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80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C88CC-3C88-5F3D-4777-D2D41A715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841" y="683103"/>
            <a:ext cx="8911687" cy="890058"/>
          </a:xfrm>
        </p:spPr>
        <p:txBody>
          <a:bodyPr/>
          <a:lstStyle/>
          <a:p>
            <a:r>
              <a:rPr lang="en-IN" b="1" dirty="0">
                <a:latin typeface="Arial Black" panose="020B0A04020102020204" pitchFamily="34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65432-8B8C-689E-DF85-9F33B9F9E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1573161"/>
            <a:ext cx="8915400" cy="3777622"/>
          </a:xfrm>
        </p:spPr>
        <p:txBody>
          <a:bodyPr/>
          <a:lstStyle/>
          <a:p>
            <a:r>
              <a:rPr lang="en-IN" dirty="0"/>
              <a:t>Easy to understand and use. </a:t>
            </a:r>
          </a:p>
          <a:p>
            <a:r>
              <a:rPr lang="en-IN" dirty="0"/>
              <a:t>Efficient parking space management. </a:t>
            </a:r>
          </a:p>
          <a:p>
            <a:r>
              <a:rPr lang="en-IN" dirty="0"/>
              <a:t>Prevents over-parking. </a:t>
            </a:r>
          </a:p>
          <a:p>
            <a:r>
              <a:rPr lang="en-IN" dirty="0"/>
              <a:t>Helps beginners learn C programming concepts. </a:t>
            </a:r>
          </a:p>
          <a:p>
            <a:r>
              <a:rPr lang="en-IN" dirty="0"/>
              <a:t>Can be expanded into a real-world parking system.</a:t>
            </a:r>
          </a:p>
        </p:txBody>
      </p:sp>
    </p:spTree>
    <p:extLst>
      <p:ext uri="{BB962C8B-B14F-4D97-AF65-F5344CB8AC3E}">
        <p14:creationId xmlns:p14="http://schemas.microsoft.com/office/powerpoint/2010/main" val="3753974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9B2CA-26E5-8E82-E695-7C00D276B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7854" y="653606"/>
            <a:ext cx="8911687" cy="1280890"/>
          </a:xfrm>
        </p:spPr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16AEA-51AF-8DD1-1AB7-32873E480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1661652"/>
            <a:ext cx="8915400" cy="2153264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The Car Parking System successfully manages parking spaces using a simple menu-driven approach in C. It demonstrates the practical use of variables, loops, conditional statements, and switch-case. The project provides a strong foundation for learning basic programming.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817BE1-80CD-9F34-4BC3-296EA7EB120A}"/>
              </a:ext>
            </a:extLst>
          </p:cNvPr>
          <p:cNvSpPr txBox="1"/>
          <p:nvPr/>
        </p:nvSpPr>
        <p:spPr>
          <a:xfrm>
            <a:off x="4764958" y="584551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dirty="0"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3745466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721</TotalTime>
  <Words>387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Century Gothic</vt:lpstr>
      <vt:lpstr>Courier New</vt:lpstr>
      <vt:lpstr>Wingdings 3</vt:lpstr>
      <vt:lpstr>Wisp</vt:lpstr>
      <vt:lpstr>CAR PARKING SYSTEM</vt:lpstr>
      <vt:lpstr>Introduction</vt:lpstr>
      <vt:lpstr>Project Objectives </vt:lpstr>
      <vt:lpstr>Features</vt:lpstr>
      <vt:lpstr>Algorithm</vt:lpstr>
      <vt:lpstr>Code Explanation</vt:lpstr>
      <vt:lpstr>Key Programming Concepts</vt:lpstr>
      <vt:lpstr>Sample Output</vt:lpstr>
      <vt:lpstr>Advantages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Avnish Kumar</dc:creator>
  <cp:lastModifiedBy>Ayush Aggarwal</cp:lastModifiedBy>
  <cp:revision>5</cp:revision>
  <dcterms:created xsi:type="dcterms:W3CDTF">2026-07-17T16:06:50Z</dcterms:created>
  <dcterms:modified xsi:type="dcterms:W3CDTF">2026-07-18T04:21:29Z</dcterms:modified>
</cp:coreProperties>
</file>